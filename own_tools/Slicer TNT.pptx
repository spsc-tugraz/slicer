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3B2076-AD86-609B-3C73-4B12F21D2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A50DE4-A460-F059-E59B-14B58E7D0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1F978A-35A7-514D-A1FE-B45ED021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050CE9-10A5-0C81-C59F-59992030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4EAA2E-8090-BDC1-4747-67384079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87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F44A7-D9F7-6315-D7DD-D40E8DD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6EE03E-DCFA-D757-C81E-BDD96B31F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2DA396-D7CA-2FEB-0903-D902494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9C47C4-AFA4-727B-EBA5-8BF7EFAD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31977-AF58-5D03-619C-D969459F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65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B2827-3CB6-D687-0910-30CC91AF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EB3F75-0243-71CD-C419-34174885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AC6F11-7A68-FDB8-611D-F17DD8FE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D65EF9-5D41-30EB-9495-EC1C9FE1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53669E-19DD-B029-15D6-3E5C7687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8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F9F04-A816-CFF2-4132-E32F44A0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369D11-E913-E729-03FA-202D639BB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73C3BA-AAED-8E5F-F8FB-ACAB03A08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7F25EE-8D42-B4D3-2CE1-556D44B7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EFDEB1-5199-B700-0672-A2B97803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C390E3-D083-66B2-9801-E5835915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43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2D2D1-E3A6-8705-9C74-625C9558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6A832A-47BB-72EA-03FC-B4BEA9F1B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9D8CD5-6AB3-CB92-A1D6-760D39DA2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4F9DFB-5C31-F392-07AD-A7C13BB86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6AA58BC-4221-0A65-CDAA-F1AC74C2D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59DFDC-D167-8E48-5FDC-75839549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09B00B-BC03-40BC-17F9-046D9164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5AC6DA-C301-0809-5EBA-7DBE26FC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87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9DD08-785C-E0BC-92F8-6E73CC74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9E7CA7-943C-A5FC-5D37-024126B4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8F74DC-A38C-9A85-D45D-92B963F5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E166CD-79F4-01CD-9BBF-D20F2F13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83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BFD1C0-0EAB-AC55-47CB-0C4255A2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93648F-2533-6108-C3FA-91328E226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F5A1FA-658B-8C64-8F02-D7E846BA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420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964F6-DC86-5B7E-140C-3E831E97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F39505-B6A1-F4D3-3504-B120F1C6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AD881F-0256-DDF9-78F1-944A9ACEF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219F11-249F-8E33-2FAC-607A3229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2CC50E-E7B6-483B-7321-E797E757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CC20EF-3006-AE65-57BE-F87EA078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98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4BA8E-D0BC-607B-DA64-25336EA2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B9D2E1-4B01-A05D-0D8C-1D0D6673B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FF3F31-C2EC-9C70-90C3-769E4F92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807038-3578-1244-1A81-15E4C139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ECC91-6A37-5617-8EB6-AE46EB5D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4A6999-7EE4-0EDC-C26E-35070189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67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2DC07-6410-AEEC-F41E-0531EA52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F4782E-BAB6-3518-0F9E-C3A45193C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D3BB2F-138E-D910-9B30-6BD923EA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7EA879-0916-AE64-9969-47B22856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110ED2-2436-3567-A9AA-9B562882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06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44FE64-8CCD-CCEC-0F57-C13ECE09D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80DCA0-5CFA-1CB3-C674-F16C675AB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2FAC4D-025A-E615-2460-9AA57BB0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C6D416-8C76-6D0A-BC1D-4F330A5F6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F18D60-BA38-EE95-00A2-AC9FB6DF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311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45B321-1D76-8357-C91B-B8775305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331717-2690-6948-03D3-16887E33C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77DE04-9D64-19C7-8BA9-D6171B96C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5D8F7-92EC-457B-9522-F6222FC031D7}" type="datetimeFigureOut">
              <a:rPr lang="de-DE" smtClean="0"/>
              <a:t>28.06.2024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425A0A-1D28-E5C0-BB0A-78AF9BCF1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48671E-E684-4889-B668-0B4DD9EAD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B91FA-4886-48C1-B3E3-590BCFD090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40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E7DBD3E-83EF-B400-073C-11FEB8DF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74" y="0"/>
            <a:ext cx="11150852" cy="6858000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7F9620CA-E114-8163-A22C-E8233E27403E}"/>
              </a:ext>
            </a:extLst>
          </p:cNvPr>
          <p:cNvSpPr/>
          <p:nvPr/>
        </p:nvSpPr>
        <p:spPr>
          <a:xfrm>
            <a:off x="401216" y="149290"/>
            <a:ext cx="522515" cy="26125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7A610E-4DAB-D470-A594-5B66A45F2896}"/>
              </a:ext>
            </a:extLst>
          </p:cNvPr>
          <p:cNvSpPr txBox="1"/>
          <p:nvPr/>
        </p:nvSpPr>
        <p:spPr>
          <a:xfrm>
            <a:off x="889040" y="9525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D45088F-AA24-2A43-BF53-3AEDC4686C4F}"/>
              </a:ext>
            </a:extLst>
          </p:cNvPr>
          <p:cNvSpPr/>
          <p:nvPr/>
        </p:nvSpPr>
        <p:spPr>
          <a:xfrm>
            <a:off x="201168" y="1024128"/>
            <a:ext cx="4133088" cy="10241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CEF90D8-9252-F1E0-2847-8BC956969FA0}"/>
              </a:ext>
            </a:extLst>
          </p:cNvPr>
          <p:cNvSpPr txBox="1"/>
          <p:nvPr/>
        </p:nvSpPr>
        <p:spPr>
          <a:xfrm>
            <a:off x="1657622" y="16789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10A7D1E-BD96-9259-4DF8-F6777F74B430}"/>
              </a:ext>
            </a:extLst>
          </p:cNvPr>
          <p:cNvSpPr/>
          <p:nvPr/>
        </p:nvSpPr>
        <p:spPr>
          <a:xfrm>
            <a:off x="1965720" y="304486"/>
            <a:ext cx="2214487" cy="89605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AF856D3-08DD-FB17-6A9F-B3BA569F3772}"/>
              </a:ext>
            </a:extLst>
          </p:cNvPr>
          <p:cNvSpPr txBox="1"/>
          <p:nvPr/>
        </p:nvSpPr>
        <p:spPr>
          <a:xfrm>
            <a:off x="3210943" y="2799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5FC53D6-2E8F-CC05-1D27-FCBE3C456B3C}"/>
              </a:ext>
            </a:extLst>
          </p:cNvPr>
          <p:cNvSpPr/>
          <p:nvPr/>
        </p:nvSpPr>
        <p:spPr>
          <a:xfrm>
            <a:off x="5102838" y="201220"/>
            <a:ext cx="3154194" cy="31637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105685E-5310-CEB1-A934-2A4577DFBD0F}"/>
              </a:ext>
            </a:extLst>
          </p:cNvPr>
          <p:cNvSpPr txBox="1"/>
          <p:nvPr/>
        </p:nvSpPr>
        <p:spPr>
          <a:xfrm>
            <a:off x="6460516" y="389672"/>
            <a:ext cx="43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F66D217-21B7-4B1D-5196-B97D44D0DACB}"/>
              </a:ext>
            </a:extLst>
          </p:cNvPr>
          <p:cNvSpPr/>
          <p:nvPr/>
        </p:nvSpPr>
        <p:spPr>
          <a:xfrm>
            <a:off x="7984880" y="149290"/>
            <a:ext cx="3033640" cy="32157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052226A-310F-84F1-B25A-69E969B31739}"/>
              </a:ext>
            </a:extLst>
          </p:cNvPr>
          <p:cNvSpPr txBox="1"/>
          <p:nvPr/>
        </p:nvSpPr>
        <p:spPr>
          <a:xfrm>
            <a:off x="10247814" y="1494258"/>
            <a:ext cx="43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21CC5DE-F0CB-7D36-BF75-FD27FE486359}"/>
              </a:ext>
            </a:extLst>
          </p:cNvPr>
          <p:cNvSpPr/>
          <p:nvPr/>
        </p:nvSpPr>
        <p:spPr>
          <a:xfrm>
            <a:off x="858476" y="2703052"/>
            <a:ext cx="3475780" cy="89605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90C1698-0B22-60DD-6F49-4544A13D2585}"/>
              </a:ext>
            </a:extLst>
          </p:cNvPr>
          <p:cNvSpPr txBox="1"/>
          <p:nvPr/>
        </p:nvSpPr>
        <p:spPr>
          <a:xfrm>
            <a:off x="2103699" y="26784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D24B2CD-19C8-D482-078A-C41B8E3E9FC3}"/>
              </a:ext>
            </a:extLst>
          </p:cNvPr>
          <p:cNvSpPr/>
          <p:nvPr/>
        </p:nvSpPr>
        <p:spPr>
          <a:xfrm>
            <a:off x="401216" y="4585430"/>
            <a:ext cx="705208" cy="89605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195C193-91B1-711A-FDA4-CDF3F8F403D6}"/>
              </a:ext>
            </a:extLst>
          </p:cNvPr>
          <p:cNvSpPr txBox="1"/>
          <p:nvPr/>
        </p:nvSpPr>
        <p:spPr>
          <a:xfrm>
            <a:off x="581290" y="4253906"/>
            <a:ext cx="277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A7AD58D6-77A1-5D17-F8E4-F807BAA783C7}"/>
              </a:ext>
            </a:extLst>
          </p:cNvPr>
          <p:cNvSpPr/>
          <p:nvPr/>
        </p:nvSpPr>
        <p:spPr>
          <a:xfrm>
            <a:off x="768096" y="6382512"/>
            <a:ext cx="1947672" cy="5000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879F95B-E656-F932-4621-3F81B9569B01}"/>
              </a:ext>
            </a:extLst>
          </p:cNvPr>
          <p:cNvSpPr txBox="1"/>
          <p:nvPr/>
        </p:nvSpPr>
        <p:spPr>
          <a:xfrm>
            <a:off x="959086" y="6136284"/>
            <a:ext cx="277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C9B5C48-079C-D554-9373-1E4BE4B74EF8}"/>
              </a:ext>
            </a:extLst>
          </p:cNvPr>
          <p:cNvSpPr/>
          <p:nvPr/>
        </p:nvSpPr>
        <p:spPr>
          <a:xfrm>
            <a:off x="9957816" y="3208557"/>
            <a:ext cx="1375708" cy="36933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742EE4A-95C4-E660-564D-B7A6F8D3A5C4}"/>
              </a:ext>
            </a:extLst>
          </p:cNvPr>
          <p:cNvSpPr txBox="1"/>
          <p:nvPr/>
        </p:nvSpPr>
        <p:spPr>
          <a:xfrm>
            <a:off x="11194931" y="3047816"/>
            <a:ext cx="277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3239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9917E-1785-C7EF-2357-9A7F152E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Slicer</a:t>
            </a:r>
            <a:r>
              <a:rPr lang="de-DE" dirty="0"/>
              <a:t> TNT - </a:t>
            </a:r>
            <a:r>
              <a:rPr lang="de-DE" dirty="0" err="1"/>
              <a:t>Functionality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0034B0-2891-BAFB-1A30-D57654B55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112"/>
            <a:ext cx="10515600" cy="5280851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de-DE" dirty="0"/>
              <a:t>File Menu:</a:t>
            </a:r>
          </a:p>
          <a:p>
            <a:pPr marL="971550" lvl="1" indent="-514350">
              <a:buAutoNum type="arabicPeriod"/>
            </a:pPr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sound</a:t>
            </a:r>
            <a:r>
              <a:rPr lang="de-DE" dirty="0"/>
              <a:t>/</a:t>
            </a:r>
            <a:r>
              <a:rPr lang="de-DE" dirty="0" err="1"/>
              <a:t>textgrid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  <a:p>
            <a:pPr marL="971550" lvl="1" indent="-514350">
              <a:buAutoNum type="arabicPeriod"/>
            </a:pPr>
            <a:r>
              <a:rPr lang="de-DE" dirty="0"/>
              <a:t>save/</a:t>
            </a:r>
            <a:r>
              <a:rPr lang="de-DE" dirty="0" err="1"/>
              <a:t>load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(</a:t>
            </a:r>
            <a:r>
              <a:rPr lang="de-DE" dirty="0" err="1"/>
              <a:t>workspace</a:t>
            </a:r>
            <a:r>
              <a:rPr lang="de-DE" dirty="0"/>
              <a:t>)</a:t>
            </a:r>
          </a:p>
          <a:p>
            <a:pPr marL="971550" lvl="1" indent="-514350">
              <a:buAutoNum type="arabicPeriod"/>
            </a:pPr>
            <a:r>
              <a:rPr lang="de-DE" dirty="0" err="1"/>
              <a:t>export</a:t>
            </a:r>
            <a:r>
              <a:rPr lang="de-DE" dirty="0"/>
              <a:t> </a:t>
            </a:r>
            <a:r>
              <a:rPr lang="de-DE" dirty="0" err="1"/>
              <a:t>slices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Time Frame</a:t>
            </a:r>
          </a:p>
          <a:p>
            <a:pPr marL="971550" lvl="1" indent="-514350">
              <a:buAutoNum type="arabicPeriod"/>
            </a:pPr>
            <a:r>
              <a:rPr lang="de-DE" dirty="0" err="1"/>
              <a:t>look</a:t>
            </a:r>
            <a:r>
              <a:rPr lang="de-DE" dirty="0"/>
              <a:t> at </a:t>
            </a:r>
            <a:r>
              <a:rPr lang="de-DE" dirty="0" err="1"/>
              <a:t>specified</a:t>
            </a:r>
            <a:r>
              <a:rPr lang="de-DE" dirty="0"/>
              <a:t> time frame</a:t>
            </a:r>
          </a:p>
          <a:p>
            <a:pPr marL="971550" lvl="1" indent="-514350">
              <a:buAutoNum type="arabicPeriod"/>
            </a:pPr>
            <a:r>
              <a:rPr lang="de-DE" dirty="0"/>
              <a:t>save/</a:t>
            </a:r>
            <a:r>
              <a:rPr lang="de-DE" dirty="0" err="1"/>
              <a:t>remove</a:t>
            </a:r>
            <a:r>
              <a:rPr lang="de-DE" dirty="0"/>
              <a:t> time </a:t>
            </a:r>
            <a:r>
              <a:rPr lang="de-DE" dirty="0" err="1"/>
              <a:t>frames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at </a:t>
            </a:r>
            <a:r>
              <a:rPr lang="de-DE" dirty="0" err="1"/>
              <a:t>later</a:t>
            </a:r>
            <a:endParaRPr lang="de-DE" dirty="0"/>
          </a:p>
          <a:p>
            <a:pPr marL="514350" indent="-514350">
              <a:buAutoNum type="arabicPeriod"/>
            </a:pPr>
            <a:r>
              <a:rPr lang="de-DE" dirty="0"/>
              <a:t>Label Search</a:t>
            </a:r>
          </a:p>
          <a:p>
            <a:pPr marL="971550" lvl="1" indent="-514350">
              <a:buAutoNum type="arabicPeriod"/>
            </a:pP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/</a:t>
            </a:r>
            <a:r>
              <a:rPr lang="de-DE" dirty="0" err="1"/>
              <a:t>utterances</a:t>
            </a:r>
            <a:r>
              <a:rPr lang="de-DE" dirty="0"/>
              <a:t> in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active</a:t>
            </a:r>
            <a:r>
              <a:rPr lang="de-DE" dirty="0"/>
              <a:t> </a:t>
            </a:r>
            <a:r>
              <a:rPr lang="de-DE" dirty="0" err="1"/>
              <a:t>tiers</a:t>
            </a:r>
            <a:endParaRPr lang="de-DE" dirty="0"/>
          </a:p>
          <a:p>
            <a:pPr marL="971550" lvl="1" indent="-514350">
              <a:buAutoNum type="arabicPeriod"/>
            </a:pPr>
            <a:r>
              <a:rPr lang="de-DE" dirty="0" err="1"/>
              <a:t>amount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, </a:t>
            </a:r>
            <a:r>
              <a:rPr lang="de-DE" dirty="0" err="1"/>
              <a:t>can</a:t>
            </a:r>
            <a:r>
              <a:rPr lang="de-DE" dirty="0"/>
              <a:t> jump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 and </a:t>
            </a:r>
            <a:r>
              <a:rPr lang="de-DE" dirty="0" err="1"/>
              <a:t>show</a:t>
            </a:r>
            <a:r>
              <a:rPr lang="de-DE" dirty="0"/>
              <a:t> +- time in </a:t>
            </a:r>
            <a:r>
              <a:rPr lang="de-DE" dirty="0" err="1"/>
              <a:t>seconds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712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9917E-1785-C7EF-2357-9A7F152E7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Slicer</a:t>
            </a:r>
            <a:r>
              <a:rPr lang="de-DE" dirty="0"/>
              <a:t> TNT - </a:t>
            </a:r>
            <a:r>
              <a:rPr lang="de-DE" dirty="0" err="1"/>
              <a:t>Functionality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0034B0-2891-BAFB-1A30-D57654B55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112"/>
            <a:ext cx="10515600" cy="528085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4. Add Cut Outs</a:t>
            </a:r>
          </a:p>
          <a:p>
            <a:pPr marL="971550" lvl="1" indent="-514350">
              <a:buAutoNum type="arabicPeriod"/>
            </a:pPr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frames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not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exporting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(</a:t>
            </a:r>
            <a:r>
              <a:rPr lang="de-DE" dirty="0" err="1"/>
              <a:t>sound</a:t>
            </a:r>
            <a:r>
              <a:rPr lang="de-DE" dirty="0"/>
              <a:t> and </a:t>
            </a:r>
            <a:r>
              <a:rPr lang="de-DE" dirty="0" err="1"/>
              <a:t>textgrid</a:t>
            </a:r>
            <a:r>
              <a:rPr lang="de-DE" dirty="0"/>
              <a:t>)</a:t>
            </a:r>
          </a:p>
          <a:p>
            <a:pPr marL="971550" lvl="1" indent="-514350">
              <a:buAutoNum type="arabicPeriod"/>
            </a:pP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silence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noise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cut</a:t>
            </a:r>
            <a:r>
              <a:rPr lang="de-DE" dirty="0"/>
              <a:t> out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length</a:t>
            </a:r>
            <a:endParaRPr lang="de-DE" dirty="0"/>
          </a:p>
          <a:p>
            <a:pPr marL="1428750" lvl="2" indent="-514350">
              <a:buAutoNum type="arabicPeriod"/>
            </a:pPr>
            <a:r>
              <a:rPr lang="de-DE" dirty="0" err="1"/>
              <a:t>cut</a:t>
            </a:r>
            <a:r>
              <a:rPr lang="de-DE" dirty="0"/>
              <a:t> out in </a:t>
            </a:r>
            <a:r>
              <a:rPr lang="de-DE" dirty="0" err="1"/>
              <a:t>red</a:t>
            </a:r>
            <a:r>
              <a:rPr lang="de-DE" dirty="0"/>
              <a:t> in </a:t>
            </a:r>
            <a:r>
              <a:rPr lang="de-DE" dirty="0" err="1"/>
              <a:t>figure</a:t>
            </a:r>
            <a:r>
              <a:rPr lang="de-DE" dirty="0"/>
              <a:t>, pause (</a:t>
            </a:r>
            <a:r>
              <a:rPr lang="de-DE" dirty="0" err="1"/>
              <a:t>noise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silence</a:t>
            </a:r>
            <a:r>
              <a:rPr lang="de-DE" dirty="0"/>
              <a:t>) in </a:t>
            </a:r>
            <a:r>
              <a:rPr lang="de-DE" dirty="0" err="1"/>
              <a:t>grey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5. Select Tiers </a:t>
            </a:r>
            <a:r>
              <a:rPr lang="de-DE" dirty="0" err="1"/>
              <a:t>to</a:t>
            </a:r>
            <a:r>
              <a:rPr lang="de-DE" dirty="0"/>
              <a:t> Show</a:t>
            </a:r>
          </a:p>
          <a:p>
            <a:pPr marL="0" indent="0">
              <a:buNone/>
            </a:pPr>
            <a:r>
              <a:rPr lang="de-DE" dirty="0"/>
              <a:t>6. Refresh Figure and Play Sound</a:t>
            </a:r>
          </a:p>
          <a:p>
            <a:pPr marL="971550" lvl="1" indent="-514350">
              <a:buAutoNum type="arabicPeriod"/>
            </a:pPr>
            <a:r>
              <a:rPr lang="de-DE" dirty="0" err="1"/>
              <a:t>sound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normalized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amplitude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time frame</a:t>
            </a:r>
          </a:p>
          <a:p>
            <a:pPr marL="971550" lvl="1" indent="-514350">
              <a:buAutoNum type="arabicPeriod"/>
            </a:pPr>
            <a:r>
              <a:rPr lang="de-DE" dirty="0" err="1"/>
              <a:t>spectrogram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shown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7. Add/Remove Time </a:t>
            </a:r>
            <a:r>
              <a:rPr lang="de-DE" dirty="0" err="1"/>
              <a:t>from</a:t>
            </a:r>
            <a:r>
              <a:rPr lang="de-DE" dirty="0"/>
              <a:t> Frame Start/End</a:t>
            </a:r>
          </a:p>
          <a:p>
            <a:pPr marL="0" indent="0">
              <a:buNone/>
            </a:pPr>
            <a:r>
              <a:rPr lang="de-DE" dirty="0"/>
              <a:t>8. Navigation Toolbar </a:t>
            </a:r>
            <a:r>
              <a:rPr lang="de-DE" dirty="0" err="1"/>
              <a:t>for</a:t>
            </a:r>
            <a:r>
              <a:rPr lang="de-DE" dirty="0"/>
              <a:t> Figure</a:t>
            </a:r>
          </a:p>
          <a:p>
            <a:pPr marL="0" indent="0">
              <a:buNone/>
            </a:pPr>
            <a:r>
              <a:rPr lang="de-DE" dirty="0"/>
              <a:t>9. Figure Size</a:t>
            </a:r>
          </a:p>
        </p:txBody>
      </p:sp>
    </p:spTree>
    <p:extLst>
      <p:ext uri="{BB962C8B-B14F-4D97-AF65-F5344CB8AC3E}">
        <p14:creationId xmlns:p14="http://schemas.microsoft.com/office/powerpoint/2010/main" val="199995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E0DE05-AD8F-261D-3AB3-93B5DA4D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Autofit/>
          </a:bodyPr>
          <a:lstStyle/>
          <a:p>
            <a:r>
              <a:rPr lang="de-DE" sz="4000" dirty="0"/>
              <a:t>Export </a:t>
            </a:r>
            <a:r>
              <a:rPr lang="de-DE" sz="4000" dirty="0" err="1"/>
              <a:t>window</a:t>
            </a:r>
            <a:endParaRPr lang="de-DE" sz="3600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21CB66F-A8DD-6C34-B3FC-09766B334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3491" y="167951"/>
            <a:ext cx="7286048" cy="6130212"/>
          </a:xfr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09BEF9-AF84-236F-3E22-B7EDB729D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82351"/>
            <a:ext cx="3932237" cy="5215812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de-DE" sz="2800" dirty="0" err="1"/>
              <a:t>specify</a:t>
            </a:r>
            <a:r>
              <a:rPr lang="de-DE" sz="2800" dirty="0"/>
              <a:t> </a:t>
            </a:r>
            <a:r>
              <a:rPr lang="de-DE" sz="2800" dirty="0" err="1"/>
              <a:t>name</a:t>
            </a:r>
            <a:r>
              <a:rPr lang="de-DE" sz="2800" dirty="0"/>
              <a:t> and </a:t>
            </a:r>
            <a:r>
              <a:rPr lang="de-DE" sz="2800" dirty="0" err="1"/>
              <a:t>directory</a:t>
            </a:r>
            <a:endParaRPr lang="de-DE" sz="2800" dirty="0"/>
          </a:p>
          <a:p>
            <a:pPr marL="457200" indent="-457200">
              <a:buFontTx/>
              <a:buChar char="-"/>
            </a:pPr>
            <a:r>
              <a:rPr lang="de-DE" sz="2800" dirty="0" err="1"/>
              <a:t>select</a:t>
            </a:r>
            <a:r>
              <a:rPr lang="de-DE" sz="2800" dirty="0"/>
              <a:t> </a:t>
            </a:r>
            <a:r>
              <a:rPr lang="de-DE" sz="2800" dirty="0" err="1"/>
              <a:t>tiers</a:t>
            </a:r>
            <a:r>
              <a:rPr lang="de-DE" sz="2800" dirty="0"/>
              <a:t> </a:t>
            </a:r>
            <a:r>
              <a:rPr lang="de-DE" sz="2800" dirty="0" err="1"/>
              <a:t>which</a:t>
            </a:r>
            <a:r>
              <a:rPr lang="de-DE" sz="2800" dirty="0"/>
              <a:t> </a:t>
            </a:r>
            <a:r>
              <a:rPr lang="de-DE" sz="2800" dirty="0" err="1"/>
              <a:t>to</a:t>
            </a:r>
            <a:r>
              <a:rPr lang="de-DE" sz="2800" dirty="0"/>
              <a:t> </a:t>
            </a:r>
            <a:r>
              <a:rPr lang="de-DE" sz="2800" dirty="0" err="1"/>
              <a:t>export</a:t>
            </a:r>
            <a:endParaRPr lang="de-DE" sz="2800" dirty="0"/>
          </a:p>
          <a:p>
            <a:pPr marL="457200" indent="-457200">
              <a:buFontTx/>
              <a:buChar char="-"/>
            </a:pPr>
            <a:r>
              <a:rPr lang="de-DE" sz="2800" dirty="0" err="1"/>
              <a:t>sound</a:t>
            </a:r>
            <a:r>
              <a:rPr lang="de-DE" sz="2800" dirty="0"/>
              <a:t> </a:t>
            </a:r>
            <a:r>
              <a:rPr lang="de-DE" sz="2800" dirty="0" err="1"/>
              <a:t>parameters</a:t>
            </a:r>
            <a:r>
              <a:rPr lang="de-DE" sz="2800" dirty="0"/>
              <a:t> like sample rate, fade in/out and </a:t>
            </a:r>
            <a:r>
              <a:rPr lang="de-DE" sz="2800" dirty="0" err="1"/>
              <a:t>data</a:t>
            </a:r>
            <a:r>
              <a:rPr lang="de-DE" sz="2800" dirty="0"/>
              <a:t> type</a:t>
            </a:r>
          </a:p>
          <a:p>
            <a:pPr marL="457200" indent="-457200">
              <a:buFontTx/>
              <a:buChar char="-"/>
            </a:pPr>
            <a:r>
              <a:rPr lang="de-DE" sz="2800" dirty="0" err="1"/>
              <a:t>textgrid</a:t>
            </a:r>
            <a:r>
              <a:rPr lang="de-DE" sz="2800" dirty="0"/>
              <a:t> </a:t>
            </a:r>
            <a:r>
              <a:rPr lang="de-DE" sz="2800" dirty="0" err="1"/>
              <a:t>parameters</a:t>
            </a:r>
            <a:r>
              <a:rPr lang="de-DE" sz="2800" dirty="0"/>
              <a:t> like </a:t>
            </a:r>
            <a:r>
              <a:rPr lang="de-DE" sz="2800" dirty="0" err="1"/>
              <a:t>starting</a:t>
            </a:r>
            <a:r>
              <a:rPr lang="de-DE" sz="2800" dirty="0"/>
              <a:t> time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tiers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13925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Breitbild</PresentationFormat>
  <Paragraphs>37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Slicer TNT - Functionality</vt:lpstr>
      <vt:lpstr>Slicer TNT - Functionality</vt:lpstr>
      <vt:lpstr>Export window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Eckert</dc:creator>
  <cp:lastModifiedBy>Lucas Eckert</cp:lastModifiedBy>
  <cp:revision>1</cp:revision>
  <dcterms:created xsi:type="dcterms:W3CDTF">2024-06-28T13:17:44Z</dcterms:created>
  <dcterms:modified xsi:type="dcterms:W3CDTF">2024-06-28T13:39:27Z</dcterms:modified>
</cp:coreProperties>
</file>